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4EBE3-0663-480B-97A1-CF420D07FED4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FE5798-5A30-4319-A2F1-172DC4CA06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393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FE5798-5A30-4319-A2F1-172DC4CA063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7770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467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095875"/>
            <a:ext cx="11049000" cy="1333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28625"/>
            <a:ext cx="619125" cy="619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81125" y="552450"/>
            <a:ext cx="21717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Poppins"/>
              </a:rPr>
              <a:t>IILM UNIVERSITY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507456"/>
            <a:ext cx="2481262" cy="276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2897981"/>
            <a:ext cx="11601450" cy="547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sz="3450" b="1" i="0" u="none">
                <a:solidFill>
                  <a:srgbClr val="FFFFFF"/>
                </a:solidFill>
                <a:latin typeface="Poppins"/>
              </a:rPr>
              <a:t>C++ Programming 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502818"/>
            <a:ext cx="11049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38BDF8"/>
                </a:solidFill>
                <a:latin typeface="Fira Code"/>
              </a:rPr>
              <a:t>#include &lt;iostream&gt; // C++ Projects at CodSoft</a:t>
            </a:r>
            <a:r>
              <a:rPr lang="en-IN" sz="1500" b="0" i="0" u="none" dirty="0">
                <a:solidFill>
                  <a:srgbClr val="38BDF8"/>
                </a:solidFill>
                <a:latin typeface="Fira Code"/>
              </a:rPr>
              <a:t> &lt;iostream&gt;</a:t>
            </a:r>
            <a:r>
              <a:rPr sz="1500" b="0" i="0" u="none" dirty="0">
                <a:solidFill>
                  <a:srgbClr val="38BDF8"/>
                </a:solidFill>
                <a:latin typeface="Fira Code"/>
              </a:rPr>
              <a:t> // Practical Software Development at </a:t>
            </a:r>
            <a:r>
              <a:rPr sz="1500" b="0" i="0" u="none" dirty="0" err="1">
                <a:solidFill>
                  <a:srgbClr val="38BDF8"/>
                </a:solidFill>
                <a:latin typeface="Fira Code"/>
              </a:rPr>
              <a:t>CodSoft</a:t>
            </a:r>
            <a:endParaRPr sz="1500" b="0" i="0" u="none" dirty="0">
              <a:solidFill>
                <a:srgbClr val="38BDF8"/>
              </a:solidFill>
              <a:latin typeface="Fira Code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6775" y="5295900"/>
            <a:ext cx="50863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94A3B8"/>
                </a:solidFill>
                <a:latin typeface="Inter SemiBold"/>
              </a:rPr>
              <a:t>Student Name  Ayush Ranjan</a:t>
            </a:r>
            <a:r>
              <a:rPr sz="1200" b="0" i="0" u="none" dirty="0">
                <a:solidFill>
                  <a:srgbClr val="FFFFFF"/>
                </a:solidFill>
                <a:latin typeface="Inter"/>
              </a:rPr>
              <a:t> </a:t>
            </a:r>
            <a:r>
              <a:rPr lang="en-IN" sz="1200" b="0" i="0" u="none" dirty="0">
                <a:solidFill>
                  <a:srgbClr val="F8FAFC"/>
                </a:solidFill>
                <a:latin typeface="Inter SemiBold"/>
              </a:rPr>
              <a:t> K</a:t>
            </a:r>
            <a:r>
              <a:rPr lang="en-IN" sz="1200" dirty="0">
                <a:solidFill>
                  <a:srgbClr val="F8FAFC"/>
                </a:solidFill>
                <a:latin typeface="Inter SemiBold"/>
              </a:rPr>
              <a:t>umar </a:t>
            </a:r>
            <a:r>
              <a:rPr lang="en-IN" sz="1200" dirty="0" err="1">
                <a:solidFill>
                  <a:srgbClr val="F8FAFC"/>
                </a:solidFill>
                <a:latin typeface="Inter SemiBold"/>
              </a:rPr>
              <a:t>Jaipushp</a:t>
            </a:r>
            <a:endParaRPr sz="1200" b="0" i="0" u="none" dirty="0">
              <a:solidFill>
                <a:srgbClr val="F8FAFC"/>
              </a:solidFill>
              <a:latin typeface="Inter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38875" y="5295900"/>
            <a:ext cx="50863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 SemiBold"/>
              </a:rPr>
              <a:t>Organization Name</a:t>
            </a:r>
            <a:r>
              <a:rPr sz="1200" b="0" i="0" u="none">
                <a:solidFill>
                  <a:srgbClr val="FFFFFF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SemiBold"/>
              </a:rPr>
              <a:t>CodSoft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5848350"/>
            <a:ext cx="50863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94A3B8"/>
                </a:solidFill>
                <a:latin typeface="Inter SemiBold"/>
              </a:rPr>
              <a:t>Enrollment Number  __________________</a:t>
            </a:r>
            <a:r>
              <a:rPr sz="1200" b="0" i="0" u="none" dirty="0">
                <a:solidFill>
                  <a:srgbClr val="FFFFFF"/>
                </a:solidFill>
                <a:latin typeface="Inter"/>
              </a:rPr>
              <a:t> </a:t>
            </a:r>
            <a:r>
              <a:rPr sz="1200" b="0" i="0" u="none" dirty="0">
                <a:solidFill>
                  <a:srgbClr val="F8FAFC"/>
                </a:solidFill>
                <a:latin typeface="Inter SemiBold"/>
              </a:rPr>
              <a:t>25SCS1003001</a:t>
            </a:r>
            <a:r>
              <a:rPr lang="en-IN" sz="1200" b="0" i="0" u="none" dirty="0">
                <a:solidFill>
                  <a:srgbClr val="F8FAFC"/>
                </a:solidFill>
                <a:latin typeface="Inter SemiBold"/>
              </a:rPr>
              <a:t>283</a:t>
            </a:r>
            <a:endParaRPr sz="1200" b="0" i="0" u="none" dirty="0">
              <a:solidFill>
                <a:srgbClr val="F8FAFC"/>
              </a:solidFill>
              <a:latin typeface="Inter Semi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38875" y="5848350"/>
            <a:ext cx="50863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 SemiBold"/>
              </a:rPr>
              <a:t>Program &amp; Semester</a:t>
            </a:r>
            <a:r>
              <a:rPr sz="1200" b="0" i="0" u="none">
                <a:solidFill>
                  <a:srgbClr val="FFFFFF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SemiBold"/>
              </a:rPr>
              <a:t>B.Tech CSE — 3rd Semester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11053"/>
            <a:ext cx="5334000" cy="21978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11053"/>
            <a:ext cx="5334000" cy="21978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53953"/>
            <a:ext cx="488061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Poppins"/>
              </a:rPr>
              <a:t>Internship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30203"/>
            <a:ext cx="4648200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During my 3rd semester B.Tech CSE internship at CodSoft, I worked on three practical C++ projects. The tasks helped me apply programming fundamentals and improve my problem-solving through hands-on coding.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053953"/>
            <a:ext cx="488061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Poppins"/>
              </a:rPr>
              <a:t>Key 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30203"/>
            <a:ext cx="4648200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Completed a Number Guessing Game, Simple Calculator, and Tic-Tac-Toe Game using C++ with focus on conditions, loops, functions, arrays, input handling, and basic game logic.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800725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About Organization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3924300" cy="19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681287"/>
            <a:ext cx="58007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1E3A8A"/>
                </a:solidFill>
                <a:latin typeface="Poppins"/>
              </a:rPr>
              <a:t>CodSoft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195637"/>
            <a:ext cx="55245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CodSoft is a vibrant IT services and software development platform dedicated to offering practical, industry-aligned virtual internships and mentorship in cutting-edge technologies.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067175"/>
            <a:ext cx="55245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The program emphasizes project-based skill acquisition, algorithmic efficiency, hands-on code development, and real-world problem-solving methodologies.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62212"/>
            <a:ext cx="3492549" cy="2695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462212"/>
            <a:ext cx="3492549" cy="2695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462212"/>
            <a:ext cx="3492549" cy="2695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757487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519487"/>
            <a:ext cx="304709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oppins"/>
              </a:rPr>
              <a:t>Core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48112"/>
            <a:ext cx="29019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Build confidence with C++ basics such as variables, operators, conditions, loops, and functions.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757487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5074" y="3519487"/>
            <a:ext cx="304709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oppins"/>
              </a:rPr>
              <a:t>OOP Principles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948112"/>
            <a:ext cx="29019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Apply programming concepts while turning simple project requirements into working console applications.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757487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3374" y="3519487"/>
            <a:ext cx="304709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oppins"/>
              </a:rPr>
              <a:t>Problem Solving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3948112"/>
            <a:ext cx="29019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Improve problem-solving by testing different inputs and handling cases such as invalid choices, repeated guesses, division by zero, and game-ending conditions.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5362" y="2919412"/>
            <a:ext cx="31432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2712" y="2919412"/>
            <a:ext cx="27622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51961" y="2919412"/>
            <a:ext cx="314325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Internship Objectives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" y="19050"/>
            <a:ext cx="12192000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01755" y="965200"/>
            <a:ext cx="6283328" cy="49275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4247" y="3397935"/>
            <a:ext cx="4905375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400" b="1" dirty="0"/>
              <a:t>Number Guessing Game: Console game where the player guesses a randomly generated number with higher/lower hints.</a:t>
            </a:r>
            <a:r>
              <a:rPr lang="en-IN" sz="1400" dirty="0"/>
              <a:t> Console-based task tracking application supporting dynamic addition, status updating, and deletion of user tasks.</a:t>
            </a:r>
            <a:endParaRPr sz="135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4249" y="1950243"/>
            <a:ext cx="4905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0F172A"/>
                </a:solidFill>
                <a:latin typeface="Inter"/>
              </a:rPr>
              <a:t>Simple Calculator: Menu-driven program for addition, subtraction, multiplication, and division with basic validation.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Performs fundamental arithmetic operations using functional modules and validation.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4248" y="2622550"/>
            <a:ext cx="4905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0F172A"/>
                </a:solidFill>
                <a:latin typeface="Inter"/>
              </a:rPr>
              <a:t>Tic-Tac-Toe Game: Two-player 3×3 board game using arrays, turn handling, and win/draw checks.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Multi-player interactive console game incorporating 2D array matrix state checks.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14537"/>
            <a:ext cx="2095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38437"/>
            <a:ext cx="20955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62337"/>
            <a:ext cx="209550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Key Projects Completed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63391"/>
            <a:ext cx="2430660" cy="12933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180" y="3563391"/>
            <a:ext cx="2430660" cy="12933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860" y="3563391"/>
            <a:ext cx="2430660" cy="12933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541" y="3563391"/>
            <a:ext cx="2430660" cy="12933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981450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672530" y="314429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45210" y="314429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17891" y="314429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290571" y="314429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0753" y="3763416"/>
            <a:ext cx="223215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3A8A"/>
                </a:solidFill>
                <a:latin typeface="Poppins"/>
              </a:rPr>
              <a:t>Week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4096791"/>
            <a:ext cx="212586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C++ setup, basic syntax, input/output, conditions, loops, and the Number Guessing Game.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3433" y="3763416"/>
            <a:ext cx="223215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3A8A"/>
                </a:solidFill>
                <a:latin typeface="Poppins"/>
              </a:rPr>
              <a:t>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6580" y="4096791"/>
            <a:ext cx="212586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Operators, switch-case, functions, input handling, and the Simple Calculator.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6114" y="3763416"/>
            <a:ext cx="223215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3A8A"/>
                </a:solidFill>
                <a:latin typeface="Poppins"/>
              </a:rPr>
              <a:t>Week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9260" y="4096791"/>
            <a:ext cx="212586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3×3 arrays, loops, functions, turn handling, and Tic-Tac-Toe game logic.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8794" y="3763416"/>
            <a:ext cx="223215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3A8A"/>
                </a:solidFill>
                <a:latin typeface="Poppins"/>
              </a:rPr>
              <a:t>Week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1941" y="4096791"/>
            <a:ext cx="212586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1050" dirty="0"/>
              <a:t>Testing all three projects, fixing errors, organizing GitHub, and preparing the final submission.</a:t>
            </a:r>
            <a:endParaRPr sz="1050" b="0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Internship Roadmap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3950" y="4767262"/>
            <a:ext cx="9944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1" u="none">
                <a:solidFill>
                  <a:srgbClr val="64748B"/>
                </a:solidFill>
                <a:latin typeface="Inter"/>
              </a:rPr>
              <a:t>Hands-on application development at CodSoft resulted in balanced technical growth across foundational and advanced C++ programming constructs.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C++ Skill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/>
              <a:t>Skills Practiced</a:t>
            </a:r>
          </a:p>
          <a:p>
            <a:r>
              <a:rPr sz="1700"/>
              <a:t>• C++ fundamentals — variables, operators, conditions, loops and functions</a:t>
            </a:r>
          </a:p>
          <a:p>
            <a:r>
              <a:rPr sz="1700"/>
              <a:t>• Console programming — menus, user input and program flow</a:t>
            </a:r>
          </a:p>
          <a:p>
            <a:r>
              <a:rPr sz="1700"/>
              <a:t>• Arrays &amp; game logic — 3×3 board and win/draw checking</a:t>
            </a:r>
          </a:p>
          <a:p>
            <a:r>
              <a:rPr sz="1700"/>
              <a:t>• Debugging &amp; GitHub — testing, fixing errors and maintaining project files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24150"/>
            <a:ext cx="5286375" cy="2171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3114675"/>
            <a:ext cx="4505325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sz="8250" b="1" i="0" u="none">
                <a:solidFill>
                  <a:srgbClr val="1E3A8A"/>
                </a:solidFill>
                <a:latin typeface="Poppin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4257675"/>
            <a:ext cx="45053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1E293B"/>
                </a:solidFill>
                <a:latin typeface="Inter SemiBold"/>
              </a:rPr>
              <a:t>Projects 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3086100"/>
            <a:ext cx="555069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1E293B"/>
                </a:solidFill>
                <a:latin typeface="Poppins"/>
              </a:rPr>
              <a:t>Software Quality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3362325"/>
            <a:ext cx="5286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Completed the three assigned C++ projects: Number Guessing Game, Simple Calculator, and Tic-Tac-Toe.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4125" y="4019550"/>
            <a:ext cx="5286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Tested the applications with different inputs and corrected issues found during compilation and execution.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Quantifiable Outcomes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62125" y="2362200"/>
            <a:ext cx="9096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C++ Fundamentals: Improved my understanding of variables, operators, conditions, loops, functions, and arrays.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Gained proficiency in modern C++ features including auto, lambda expressions, and smart pointers.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2125" y="3086100"/>
            <a:ext cx="9096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Debugging: Learned to read compiler errors, identify the cause of issues, and test the program again after making changes.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Utilized GDB and IDE diagnostic toolsets to track memory leaks and stack overflow issues.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2125" y="3810000"/>
            <a:ext cx="9096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GitHub: Organized the three projects in a repository and practiced basic commits and version control.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Maintained structured Git repositories with descriptive commit messages and branch management.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2125" y="4533900"/>
            <a:ext cx="9096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Project Documentation: Added clear project descriptions and kept the code structure easy to follow.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Documented algorithms clearly using inline comments and standardized Markdown Readme files.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376487"/>
            <a:ext cx="180975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3100387"/>
            <a:ext cx="180975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3824287"/>
            <a:ext cx="180975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4548187"/>
            <a:ext cx="18097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Core Competencies Gained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63428"/>
            <a:ext cx="5334000" cy="22931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63428"/>
            <a:ext cx="5334000" cy="22931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06328"/>
            <a:ext cx="488061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Poppins"/>
              </a:rPr>
              <a:t>Game Logic &amp;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82578"/>
            <a:ext cx="46482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Challenge: The game projects required several conditions to correctly handle guesses, turns, winners, and draws.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Managing dynamic memory allocation using raw pointers resulted in dangling references during early testing.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95750"/>
            <a:ext cx="46482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Solution: Broke the logic into clear conditions and tested different game outcomes to verify the results.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Adopted RAII design patterns and smart pointers (std::unique_ptr) to automate memory cleanup.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006328"/>
            <a:ext cx="488061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Poppins"/>
              </a:rPr>
              <a:t>Input Handling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482578"/>
            <a:ext cx="46482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Challenge: Different user choices and values could affect the program flow if they were not handled carefully.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Infinite loops occurred when non-numeric data was inputted into numeric console fields.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4095750"/>
            <a:ext cx="46482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Solution: Added checks for cases such as division by zero, invalid menu choices, and repeated guesses.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Integrated cin.fail() checks and cin.ignore() stream buffer clear functions.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Challenges &amp; Solutions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2276475"/>
            <a:ext cx="3492549" cy="2095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276475"/>
            <a:ext cx="3492549" cy="2095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514850"/>
            <a:ext cx="366717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Poppins"/>
              </a:rPr>
              <a:t>1. Data Structures 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914900"/>
            <a:ext cx="34925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Strengthening problem-solving and learning more data structures and algorithms in C++.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9799" y="4514850"/>
            <a:ext cx="366717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Poppins"/>
              </a:rPr>
              <a:t>2. Larger C++ Projects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9799" y="4914900"/>
            <a:ext cx="34925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Building larger applications that combine multiple C++ concepts and features.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99" y="4514850"/>
            <a:ext cx="366717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Poppins"/>
              </a:rPr>
              <a:t>3. Better Development Practices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99" y="4914900"/>
            <a:ext cx="34925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Improving debugging, Git/GitHub usage, code organization, and documentation.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286000"/>
            <a:ext cx="28765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9324" y="2286000"/>
            <a:ext cx="3473499" cy="2076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7624" y="2286000"/>
            <a:ext cx="3473499" cy="2076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Future Learning Path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4D5E402-BE74-17AF-BD55-8B1085D7710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71352" y="2276475"/>
            <a:ext cx="3314848" cy="20097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125" y="2247900"/>
            <a:ext cx="7143750" cy="1657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476250"/>
            <a:ext cx="11601450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1E3A8A"/>
                </a:solidFill>
                <a:latin typeface="Poppins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524000"/>
            <a:ext cx="11049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5570" y="2543175"/>
            <a:ext cx="688086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oppins"/>
              </a:rPr>
              <a:t>Acknowledgements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19400" y="2924175"/>
            <a:ext cx="655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Special thanks to my mentors at </a:t>
            </a:r>
            <a:r>
              <a:rPr sz="1200" b="1" i="0" u="none">
                <a:solidFill>
                  <a:srgbClr val="64748B"/>
                </a:solidFill>
                <a:latin typeface="Inter"/>
              </a:rPr>
              <a:t>CodSoft</a:t>
            </a:r>
            <a:r>
              <a:rPr sz="1200" b="0" i="0" u="none">
                <a:solidFill>
                  <a:srgbClr val="64748B"/>
                </a:solidFill>
                <a:latin typeface="Inter"/>
              </a:rPr>
              <a:t> for providing this valuable opportunity, and to the faculty members of the CSE Department at </a:t>
            </a:r>
            <a:r>
              <a:rPr sz="1200" b="1" i="0" u="none">
                <a:solidFill>
                  <a:srgbClr val="64748B"/>
                </a:solidFill>
                <a:latin typeface="Inter"/>
              </a:rPr>
              <a:t>IILM University</a:t>
            </a:r>
            <a:r>
              <a:rPr sz="1200" b="0" i="0" u="none">
                <a:solidFill>
                  <a:srgbClr val="64748B"/>
                </a:solidFill>
                <a:latin typeface="Inter"/>
              </a:rPr>
              <a:t> for their constant support during my 3rd semester internship.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328737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2100262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043237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3814762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4757737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20907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20907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0337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30337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38052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38052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47482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47482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55197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55197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71612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1478756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https://f2.leadsquaredcdn.com/t/iilmuniversity/content/common/images/landingpages/circular%20logo-01.png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1712118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admissions.iilm.edu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28862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2243137"/>
            <a:ext cx="99536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https://cdn-ilehile.nitrocdn.com/rvtTEKnNlfWfxEHgVdBZMuGGdqGuuvbT/assets/images/optimized/rev-5ac25bd/www.religroupinc.com/wp-content/uploads/2026/06/engineers-collaborating-in-office.jpg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2662237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www.religroupinc.com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86112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66875" y="3193256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https://i.ytimg.com/vi/t7bxv0FCQbQ/maxresdefault.jpg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3426618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www.youtube.com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043362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66875" y="3957637"/>
            <a:ext cx="99536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https://external-preview.redd.it/introducing-dataviz-a-data-structure-visualization-library-v0-5fcRfLSI1VdWvDjHMjjnyzXiyXFXvX5aov8j8s-R--s.jpg?width=640&amp;crop=smart&amp;auto=webp&amp;s=0de0b6a37caa07076831b55565b2ab93c92b6a44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4376737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www.reddit.com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900612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66875" y="4907756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https://code.visualstudio.com/assets/docs/editing/userinterface/hero.png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6875" y="5141118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code.visualstudio.com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672137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666875" y="5679281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https://www.serverbasket.com/wp-content/uploads/2021/02/High-Performance-Computing-Server.png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6875" y="5912643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www.serverbasket.com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837</Words>
  <Application>Microsoft Office PowerPoint</Application>
  <PresentationFormat>Widescreen</PresentationFormat>
  <Paragraphs>81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Arial</vt:lpstr>
      <vt:lpstr>Calibri</vt:lpstr>
      <vt:lpstr>Fira Code</vt:lpstr>
      <vt:lpstr>Inter</vt:lpstr>
      <vt:lpstr>Inter SemiBold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Krish Kumar</dc:creator>
  <cp:keywords/>
  <dc:description>generated using python-pptx</dc:description>
  <cp:lastModifiedBy>Krish Kumar</cp:lastModifiedBy>
  <cp:revision>3</cp:revision>
  <dcterms:created xsi:type="dcterms:W3CDTF">2013-01-27T09:14:16Z</dcterms:created>
  <dcterms:modified xsi:type="dcterms:W3CDTF">2026-09-04T12:36:00Z</dcterms:modified>
  <cp:category/>
</cp:coreProperties>
</file>